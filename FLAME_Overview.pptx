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194560"/>
            <a:ext cx="12191695" cy="2468880"/>
          </a:xfrm>
          <a:prstGeom prst="roundRect">
            <a:avLst/>
          </a:prstGeom>
          <a:solidFill>
            <a:srgbClr val="F04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a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180" y="640080"/>
            <a:ext cx="1071334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eorgia"/>
              </a:rPr>
              <a:t>FLAME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A Simple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E0D6"/>
                </a:solidFill>
                <a:latin typeface="Segoe UI"/>
              </a:rPr>
              <a:t>What you can see and do — step by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WELCOME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Welcome to FLAME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A simple window into the FLAME educational missions — see the service story and manage everything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71914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A71914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website on any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A71914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Visitors explore the public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A71914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The team signs in to manage the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8198" y="1362320"/>
            <a:ext cx="5002884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198" y="1417320"/>
            <a:ext cx="4892884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A9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FOR VISITORS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Apply to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Anyone can apply to serve, right from the home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Click the Apply button.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A simple form pops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Fill it in and submit — the team receives it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996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2_apply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The Missions Story (Dashboard)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A live, colourful summary of what is happening across the schools.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See totals: missions, schools, completed, pending, not started.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Scroll to explore each school's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1761" y="1362320"/>
            <a:ext cx="2155758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761" y="1417320"/>
            <a:ext cx="2045758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Pick a Date Range Easily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Choose any period with a friendly calendar — no typing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Click a date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Use the calendar to pick a day, or Today /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The whole dashboard updates to that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996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4_date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Browse 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See every mission with its status and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Missions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Each mission shows where, when and its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Status is clearly flagged: completed, in progress, or not started.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996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5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Explore the World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See where the service reaches on an interactive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Map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Click a country bubble to focus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Click a school pin to see its missions and people.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350" y="1362320"/>
            <a:ext cx="420657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6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50" y="1417320"/>
            <a:ext cx="409657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Birthday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Never miss a celebration — with one-tap contact copying.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Birthdays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Pick a day to see whose birthday it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Tap the phone chip to copy the contact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090" y="1362320"/>
            <a:ext cx="492109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7_birth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090" y="1417320"/>
            <a:ext cx="481109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4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Curriculum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Read the shared curriculum, values and formation materials.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A9D6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Curriculum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Switch between Curriculum, Values and Formation tabs.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4A9D6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Open any document to read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996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8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95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FOR THE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Secure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The team signs in to manage everything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Login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Enter your email and password.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You only see what your role allows.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9960" y="1362320"/>
            <a:ext cx="6419360" cy="42669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09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4156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The Admin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Everything the team manages, organised into simple tabs.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After signing in, you land on the admin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Use the tabs: Database, Missions, News, Users, 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Each tab holds friendly, collapsible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1746" y="1362320"/>
            <a:ext cx="5155787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0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46" y="1417320"/>
            <a:ext cx="5045787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Create &amp; Track 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Plan a mission, pick schools and people, and track its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Missions tab.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Add a title, dates, status and the schools visited.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Edit any mission later — its progress shows on the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5280" y="1362320"/>
            <a:ext cx="450871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1_admin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280" y="1417320"/>
            <a:ext cx="439871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Manage a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Open a school to add logs, tasks, people and content — all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Database → Schools and expand a school.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Add a log or task (medical, principal visit, etc.).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Assign principals/teachers and update statuses.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80775" y="1362320"/>
            <a:ext cx="3337729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2_admin_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775" y="1417320"/>
            <a:ext cx="3227729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Design the Apply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Decide what applicants are asked — no developer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Application Form tab.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Add fields: text, number, dropdown, toggle or rating.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Changes appear on the public Apply form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475" y="1362320"/>
            <a:ext cx="5028330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3_admin_form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475" y="1417320"/>
            <a:ext cx="491833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Manage 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Admins add team members and choose what each can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956A"/>
                </a:solidFill>
                <a:latin typeface="Segoe U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1  </a:t>
            </a:r>
            <a:r>
              <a:rPr sz="1350">
                <a:solidFill>
                  <a:srgbClr val="241C1A"/>
                </a:solidFill>
              </a:rPr>
              <a:t>Open the Users tab (admin only).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2  </a:t>
            </a:r>
            <a:r>
              <a:rPr sz="1350">
                <a:solidFill>
                  <a:srgbClr val="241C1A"/>
                </a:solidFill>
              </a:rPr>
              <a:t>Add a member and assign one or more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7956A"/>
                </a:solidFill>
              </a:rPr>
              <a:t>3  </a:t>
            </a:r>
            <a:r>
              <a:rPr sz="1350">
                <a:solidFill>
                  <a:srgbClr val="241C1A"/>
                </a:solidFill>
              </a:rPr>
              <a:t>Roles control who edits content, reviews, or manages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3963" y="1362320"/>
            <a:ext cx="6031353" cy="495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14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963" y="1417320"/>
            <a:ext cx="5921353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5E5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Georgia"/>
              </a:rPr>
              <a:t>That's FLAME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E0D6"/>
                </a:solidFill>
                <a:latin typeface="Segoe UI"/>
              </a:rPr>
              <a:t>Simple for visitors. Powerful for the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CD2"/>
                </a:solidFill>
                <a:latin typeface="Segoe UI"/>
              </a:rPr>
              <a:t>FLAME Function · St. Paul Coptic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